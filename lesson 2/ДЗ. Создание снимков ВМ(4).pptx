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5"/>
  </p:notesMasterIdLst>
  <p:handoutMasterIdLst>
    <p:handoutMasterId r:id="rId16"/>
  </p:handoutMasterIdLst>
  <p:sldIdLst>
    <p:sldId id="258" r:id="rId2"/>
    <p:sldId id="275" r:id="rId3"/>
    <p:sldId id="287" r:id="rId4"/>
    <p:sldId id="274" r:id="rId5"/>
    <p:sldId id="276" r:id="rId6"/>
    <p:sldId id="280" r:id="rId7"/>
    <p:sldId id="277" r:id="rId8"/>
    <p:sldId id="281" r:id="rId9"/>
    <p:sldId id="282" r:id="rId10"/>
    <p:sldId id="283" r:id="rId11"/>
    <p:sldId id="284" r:id="rId12"/>
    <p:sldId id="285" r:id="rId13"/>
    <p:sldId id="28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1669" autoAdjust="0"/>
  </p:normalViewPr>
  <p:slideViewPr>
    <p:cSldViewPr snapToGrid="0">
      <p:cViewPr varScale="1">
        <p:scale>
          <a:sx n="66" d="100"/>
          <a:sy n="66" d="100"/>
        </p:scale>
        <p:origin x="11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B87669-0B70-4022-B72B-99BA1AE1171B}" type="doc">
      <dgm:prSet loTypeId="urn:microsoft.com/office/officeart/2008/layout/VerticalCurv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2D2467F3-EC9A-4147-8C4E-D82E1DE693EC}">
      <dgm:prSet phldrT="[Текст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ru-RU" b="1" dirty="0"/>
            <a:t>Каждый выполняемый шаг необходимо фиксировать</a:t>
          </a:r>
        </a:p>
      </dgm:t>
    </dgm:pt>
    <dgm:pt modelId="{CD32EC7D-6EFD-4D70-8E75-75BD7BE46AD6}" type="parTrans" cxnId="{38384B0C-95A4-4D20-B398-20A59CEC5100}">
      <dgm:prSet/>
      <dgm:spPr/>
      <dgm:t>
        <a:bodyPr/>
        <a:lstStyle/>
        <a:p>
          <a:endParaRPr lang="ru-RU"/>
        </a:p>
      </dgm:t>
    </dgm:pt>
    <dgm:pt modelId="{684FB2BB-C81B-4714-B24C-6D4A35ADAF09}" type="sibTrans" cxnId="{38384B0C-95A4-4D20-B398-20A59CEC5100}">
      <dgm:prSet/>
      <dgm:spPr/>
      <dgm:t>
        <a:bodyPr/>
        <a:lstStyle/>
        <a:p>
          <a:endParaRPr lang="ru-RU"/>
        </a:p>
      </dgm:t>
    </dgm:pt>
    <dgm:pt modelId="{6AA4C302-3100-462B-ABC0-D2849958D75E}">
      <dgm:prSet phldrT="[Текст]" phldr="0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ru-RU" b="1" dirty="0"/>
            <a:t>Наиболее хорошо для этого подходит отчет в виде </a:t>
          </a:r>
          <a:r>
            <a:rPr lang="en-US" b="1" i="1" dirty="0"/>
            <a:t>Word-</a:t>
          </a:r>
          <a:r>
            <a:rPr lang="ru-RU" b="1" i="1" dirty="0"/>
            <a:t>документа</a:t>
          </a:r>
        </a:p>
      </dgm:t>
    </dgm:pt>
    <dgm:pt modelId="{5C65224B-2FAE-43CA-92BF-CD0198E8002A}" type="parTrans" cxnId="{C5C18F61-15B4-4152-8730-820BD3F104EC}">
      <dgm:prSet/>
      <dgm:spPr/>
      <dgm:t>
        <a:bodyPr/>
        <a:lstStyle/>
        <a:p>
          <a:endParaRPr lang="ru-RU"/>
        </a:p>
      </dgm:t>
    </dgm:pt>
    <dgm:pt modelId="{F32A89C6-F8A1-4152-B0D8-AE8D6A5770FF}" type="sibTrans" cxnId="{C5C18F61-15B4-4152-8730-820BD3F104EC}">
      <dgm:prSet/>
      <dgm:spPr/>
      <dgm:t>
        <a:bodyPr/>
        <a:lstStyle/>
        <a:p>
          <a:endParaRPr lang="ru-RU"/>
        </a:p>
      </dgm:t>
    </dgm:pt>
    <dgm:pt modelId="{EEABDBDC-7577-4335-B68F-CA5FD38128F7}">
      <dgm:prSet phldrT="[Текст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ru-RU" b="1" dirty="0">
              <a:solidFill>
                <a:schemeClr val="bg1"/>
              </a:solidFill>
            </a:rPr>
            <a:t>В конце отчета должен быть вывод, и </a:t>
          </a:r>
          <a:r>
            <a: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вывод ≠ результаты</a:t>
          </a:r>
        </a:p>
      </dgm:t>
    </dgm:pt>
    <dgm:pt modelId="{07A914A8-2B4A-44AC-ABC0-8651A77C17D2}" type="parTrans" cxnId="{4E6A7C0C-5398-4134-90C9-9C7F52F934FD}">
      <dgm:prSet/>
      <dgm:spPr/>
      <dgm:t>
        <a:bodyPr/>
        <a:lstStyle/>
        <a:p>
          <a:endParaRPr lang="ru-RU"/>
        </a:p>
      </dgm:t>
    </dgm:pt>
    <dgm:pt modelId="{DFCB8680-9BF0-47C5-9ECD-681517B2AA03}" type="sibTrans" cxnId="{4E6A7C0C-5398-4134-90C9-9C7F52F934FD}">
      <dgm:prSet/>
      <dgm:spPr/>
      <dgm:t>
        <a:bodyPr/>
        <a:lstStyle/>
        <a:p>
          <a:endParaRPr lang="ru-RU"/>
        </a:p>
      </dgm:t>
    </dgm:pt>
    <dgm:pt modelId="{4C6662A3-BBCE-4546-BBF8-C088A2F3FAA6}">
      <dgm:prSet phldrT="[Текст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ru-RU" b="1" i="1" dirty="0"/>
            <a:t>Вывод содержит знания, которые вы извлекли из домашнего задания!</a:t>
          </a:r>
        </a:p>
      </dgm:t>
    </dgm:pt>
    <dgm:pt modelId="{2393B1C4-A3A7-4F1B-8739-696BF6511C34}" type="parTrans" cxnId="{89A3808D-F972-4DC4-A1CE-135EDFF26EF5}">
      <dgm:prSet/>
      <dgm:spPr/>
      <dgm:t>
        <a:bodyPr/>
        <a:lstStyle/>
        <a:p>
          <a:endParaRPr lang="ru-RU"/>
        </a:p>
      </dgm:t>
    </dgm:pt>
    <dgm:pt modelId="{F08F8047-0665-49A1-9723-F1EE002FC8A8}" type="sibTrans" cxnId="{89A3808D-F972-4DC4-A1CE-135EDFF26EF5}">
      <dgm:prSet/>
      <dgm:spPr/>
      <dgm:t>
        <a:bodyPr/>
        <a:lstStyle/>
        <a:p>
          <a:endParaRPr lang="ru-RU"/>
        </a:p>
      </dgm:t>
    </dgm:pt>
    <dgm:pt modelId="{B533BF36-A26B-4FEA-A730-FE5E04555BD9}" type="pres">
      <dgm:prSet presAssocID="{3BB87669-0B70-4022-B72B-99BA1AE1171B}" presName="Name0" presStyleCnt="0">
        <dgm:presLayoutVars>
          <dgm:chMax val="7"/>
          <dgm:chPref val="7"/>
          <dgm:dir/>
        </dgm:presLayoutVars>
      </dgm:prSet>
      <dgm:spPr/>
    </dgm:pt>
    <dgm:pt modelId="{7A3AED5C-CD14-48C3-BD64-A75A4891C84D}" type="pres">
      <dgm:prSet presAssocID="{3BB87669-0B70-4022-B72B-99BA1AE1171B}" presName="Name1" presStyleCnt="0"/>
      <dgm:spPr/>
    </dgm:pt>
    <dgm:pt modelId="{2BE27768-B3AB-4D96-92E6-4D10490FF9D9}" type="pres">
      <dgm:prSet presAssocID="{3BB87669-0B70-4022-B72B-99BA1AE1171B}" presName="cycle" presStyleCnt="0"/>
      <dgm:spPr/>
    </dgm:pt>
    <dgm:pt modelId="{B322C127-3FB5-4883-B128-A371EF2A3D95}" type="pres">
      <dgm:prSet presAssocID="{3BB87669-0B70-4022-B72B-99BA1AE1171B}" presName="srcNode" presStyleLbl="node1" presStyleIdx="0" presStyleCnt="4"/>
      <dgm:spPr/>
    </dgm:pt>
    <dgm:pt modelId="{2DD7B228-45CA-4906-A88A-9772AEE040FE}" type="pres">
      <dgm:prSet presAssocID="{3BB87669-0B70-4022-B72B-99BA1AE1171B}" presName="conn" presStyleLbl="parChTrans1D2" presStyleIdx="0" presStyleCnt="1"/>
      <dgm:spPr/>
    </dgm:pt>
    <dgm:pt modelId="{A633223A-79E0-4686-984F-8091E19237CF}" type="pres">
      <dgm:prSet presAssocID="{3BB87669-0B70-4022-B72B-99BA1AE1171B}" presName="extraNode" presStyleLbl="node1" presStyleIdx="0" presStyleCnt="4"/>
      <dgm:spPr/>
    </dgm:pt>
    <dgm:pt modelId="{A9B9BC0E-C7AC-4640-BE62-44EDFD02CB79}" type="pres">
      <dgm:prSet presAssocID="{3BB87669-0B70-4022-B72B-99BA1AE1171B}" presName="dstNode" presStyleLbl="node1" presStyleIdx="0" presStyleCnt="4"/>
      <dgm:spPr/>
    </dgm:pt>
    <dgm:pt modelId="{696AE40C-E2A1-48AC-8AD1-7120268C0E6F}" type="pres">
      <dgm:prSet presAssocID="{2D2467F3-EC9A-4147-8C4E-D82E1DE693EC}" presName="text_1" presStyleLbl="node1" presStyleIdx="0" presStyleCnt="4">
        <dgm:presLayoutVars>
          <dgm:bulletEnabled val="1"/>
        </dgm:presLayoutVars>
      </dgm:prSet>
      <dgm:spPr/>
    </dgm:pt>
    <dgm:pt modelId="{F4D22928-0549-4BDA-975B-F41E70E14A8A}" type="pres">
      <dgm:prSet presAssocID="{2D2467F3-EC9A-4147-8C4E-D82E1DE693EC}" presName="accent_1" presStyleCnt="0"/>
      <dgm:spPr/>
    </dgm:pt>
    <dgm:pt modelId="{EC17CA34-736B-4598-A75B-3FE2B7F1017F}" type="pres">
      <dgm:prSet presAssocID="{2D2467F3-EC9A-4147-8C4E-D82E1DE693EC}" presName="accentRepeatNode" presStyleLbl="solidFgAcc1" presStyleIdx="0" presStyleCnt="4"/>
      <dgm:spPr/>
    </dgm:pt>
    <dgm:pt modelId="{FCDE2677-CFF1-4EF2-A1CF-9E5646D86658}" type="pres">
      <dgm:prSet presAssocID="{6AA4C302-3100-462B-ABC0-D2849958D75E}" presName="text_2" presStyleLbl="node1" presStyleIdx="1" presStyleCnt="4">
        <dgm:presLayoutVars>
          <dgm:bulletEnabled val="1"/>
        </dgm:presLayoutVars>
      </dgm:prSet>
      <dgm:spPr/>
    </dgm:pt>
    <dgm:pt modelId="{496D86E5-C092-4872-A770-F85801A0763F}" type="pres">
      <dgm:prSet presAssocID="{6AA4C302-3100-462B-ABC0-D2849958D75E}" presName="accent_2" presStyleCnt="0"/>
      <dgm:spPr/>
    </dgm:pt>
    <dgm:pt modelId="{58EC2D04-D645-4736-81F6-591FBC4F6E83}" type="pres">
      <dgm:prSet presAssocID="{6AA4C302-3100-462B-ABC0-D2849958D75E}" presName="accentRepeatNode" presStyleLbl="solidFgAcc1" presStyleIdx="1" presStyleCnt="4"/>
      <dgm:spPr/>
    </dgm:pt>
    <dgm:pt modelId="{3C877BA7-BB1B-4A8F-BCA5-BEDBB02BF9F7}" type="pres">
      <dgm:prSet presAssocID="{EEABDBDC-7577-4335-B68F-CA5FD38128F7}" presName="text_3" presStyleLbl="node1" presStyleIdx="2" presStyleCnt="4">
        <dgm:presLayoutVars>
          <dgm:bulletEnabled val="1"/>
        </dgm:presLayoutVars>
      </dgm:prSet>
      <dgm:spPr/>
    </dgm:pt>
    <dgm:pt modelId="{BE27338A-0005-4A90-826E-F598D2F4D0EB}" type="pres">
      <dgm:prSet presAssocID="{EEABDBDC-7577-4335-B68F-CA5FD38128F7}" presName="accent_3" presStyleCnt="0"/>
      <dgm:spPr/>
    </dgm:pt>
    <dgm:pt modelId="{CBB73F77-291B-436D-8EE6-3AE62EE9EDF6}" type="pres">
      <dgm:prSet presAssocID="{EEABDBDC-7577-4335-B68F-CA5FD38128F7}" presName="accentRepeatNode" presStyleLbl="solidFgAcc1" presStyleIdx="2" presStyleCnt="4"/>
      <dgm:spPr/>
    </dgm:pt>
    <dgm:pt modelId="{42F1233E-D9EE-4002-830C-20274366F2FB}" type="pres">
      <dgm:prSet presAssocID="{4C6662A3-BBCE-4546-BBF8-C088A2F3FAA6}" presName="text_4" presStyleLbl="node1" presStyleIdx="3" presStyleCnt="4">
        <dgm:presLayoutVars>
          <dgm:bulletEnabled val="1"/>
        </dgm:presLayoutVars>
      </dgm:prSet>
      <dgm:spPr/>
    </dgm:pt>
    <dgm:pt modelId="{EB8E5D7E-5E99-47A8-ADC8-FD432D4C0C4B}" type="pres">
      <dgm:prSet presAssocID="{4C6662A3-BBCE-4546-BBF8-C088A2F3FAA6}" presName="accent_4" presStyleCnt="0"/>
      <dgm:spPr/>
    </dgm:pt>
    <dgm:pt modelId="{A3B671E5-6CBC-48E1-A8F6-D14AA96FD720}" type="pres">
      <dgm:prSet presAssocID="{4C6662A3-BBCE-4546-BBF8-C088A2F3FAA6}" presName="accentRepeatNode" presStyleLbl="solidFgAcc1" presStyleIdx="3" presStyleCnt="4"/>
      <dgm:spPr/>
    </dgm:pt>
  </dgm:ptLst>
  <dgm:cxnLst>
    <dgm:cxn modelId="{38384B0C-95A4-4D20-B398-20A59CEC5100}" srcId="{3BB87669-0B70-4022-B72B-99BA1AE1171B}" destId="{2D2467F3-EC9A-4147-8C4E-D82E1DE693EC}" srcOrd="0" destOrd="0" parTransId="{CD32EC7D-6EFD-4D70-8E75-75BD7BE46AD6}" sibTransId="{684FB2BB-C81B-4714-B24C-6D4A35ADAF09}"/>
    <dgm:cxn modelId="{4E6A7C0C-5398-4134-90C9-9C7F52F934FD}" srcId="{3BB87669-0B70-4022-B72B-99BA1AE1171B}" destId="{EEABDBDC-7577-4335-B68F-CA5FD38128F7}" srcOrd="2" destOrd="0" parTransId="{07A914A8-2B4A-44AC-ABC0-8651A77C17D2}" sibTransId="{DFCB8680-9BF0-47C5-9ECD-681517B2AA03}"/>
    <dgm:cxn modelId="{16B5975B-D5BA-4A10-A740-0A4AD1733FD5}" type="presOf" srcId="{684FB2BB-C81B-4714-B24C-6D4A35ADAF09}" destId="{2DD7B228-45CA-4906-A88A-9772AEE040FE}" srcOrd="0" destOrd="0" presId="urn:microsoft.com/office/officeart/2008/layout/VerticalCurvedList"/>
    <dgm:cxn modelId="{F83A2E41-5BAD-43FB-9A1A-4EC99F75F5A2}" type="presOf" srcId="{2D2467F3-EC9A-4147-8C4E-D82E1DE693EC}" destId="{696AE40C-E2A1-48AC-8AD1-7120268C0E6F}" srcOrd="0" destOrd="0" presId="urn:microsoft.com/office/officeart/2008/layout/VerticalCurvedList"/>
    <dgm:cxn modelId="{C5C18F61-15B4-4152-8730-820BD3F104EC}" srcId="{3BB87669-0B70-4022-B72B-99BA1AE1171B}" destId="{6AA4C302-3100-462B-ABC0-D2849958D75E}" srcOrd="1" destOrd="0" parTransId="{5C65224B-2FAE-43CA-92BF-CD0198E8002A}" sibTransId="{F32A89C6-F8A1-4152-B0D8-AE8D6A5770FF}"/>
    <dgm:cxn modelId="{89A3808D-F972-4DC4-A1CE-135EDFF26EF5}" srcId="{3BB87669-0B70-4022-B72B-99BA1AE1171B}" destId="{4C6662A3-BBCE-4546-BBF8-C088A2F3FAA6}" srcOrd="3" destOrd="0" parTransId="{2393B1C4-A3A7-4F1B-8739-696BF6511C34}" sibTransId="{F08F8047-0665-49A1-9723-F1EE002FC8A8}"/>
    <dgm:cxn modelId="{15C7A599-C5B4-4A79-A70C-C89DB9B71A3E}" type="presOf" srcId="{3BB87669-0B70-4022-B72B-99BA1AE1171B}" destId="{B533BF36-A26B-4FEA-A730-FE5E04555BD9}" srcOrd="0" destOrd="0" presId="urn:microsoft.com/office/officeart/2008/layout/VerticalCurvedList"/>
    <dgm:cxn modelId="{4786C4DF-F0B4-4A60-AE1F-C6730E79EFD1}" type="presOf" srcId="{EEABDBDC-7577-4335-B68F-CA5FD38128F7}" destId="{3C877BA7-BB1B-4A8F-BCA5-BEDBB02BF9F7}" srcOrd="0" destOrd="0" presId="urn:microsoft.com/office/officeart/2008/layout/VerticalCurvedList"/>
    <dgm:cxn modelId="{FD1769E7-C8BF-4735-A74B-5B5883EEA3B5}" type="presOf" srcId="{6AA4C302-3100-462B-ABC0-D2849958D75E}" destId="{FCDE2677-CFF1-4EF2-A1CF-9E5646D86658}" srcOrd="0" destOrd="0" presId="urn:microsoft.com/office/officeart/2008/layout/VerticalCurvedList"/>
    <dgm:cxn modelId="{5D84BAE8-5D51-4979-8A82-89CEF63421BF}" type="presOf" srcId="{4C6662A3-BBCE-4546-BBF8-C088A2F3FAA6}" destId="{42F1233E-D9EE-4002-830C-20274366F2FB}" srcOrd="0" destOrd="0" presId="urn:microsoft.com/office/officeart/2008/layout/VerticalCurvedList"/>
    <dgm:cxn modelId="{CEEABAAF-356C-4378-AF9F-700BFAD182EF}" type="presParOf" srcId="{B533BF36-A26B-4FEA-A730-FE5E04555BD9}" destId="{7A3AED5C-CD14-48C3-BD64-A75A4891C84D}" srcOrd="0" destOrd="0" presId="urn:microsoft.com/office/officeart/2008/layout/VerticalCurvedList"/>
    <dgm:cxn modelId="{CDF7B4EA-2EAE-49C2-99C9-6E068503B9E9}" type="presParOf" srcId="{7A3AED5C-CD14-48C3-BD64-A75A4891C84D}" destId="{2BE27768-B3AB-4D96-92E6-4D10490FF9D9}" srcOrd="0" destOrd="0" presId="urn:microsoft.com/office/officeart/2008/layout/VerticalCurvedList"/>
    <dgm:cxn modelId="{03C887DE-CDDE-4421-968F-B1041F13538F}" type="presParOf" srcId="{2BE27768-B3AB-4D96-92E6-4D10490FF9D9}" destId="{B322C127-3FB5-4883-B128-A371EF2A3D95}" srcOrd="0" destOrd="0" presId="urn:microsoft.com/office/officeart/2008/layout/VerticalCurvedList"/>
    <dgm:cxn modelId="{2650B708-FE4E-47CC-83D7-D35244C50CA4}" type="presParOf" srcId="{2BE27768-B3AB-4D96-92E6-4D10490FF9D9}" destId="{2DD7B228-45CA-4906-A88A-9772AEE040FE}" srcOrd="1" destOrd="0" presId="urn:microsoft.com/office/officeart/2008/layout/VerticalCurvedList"/>
    <dgm:cxn modelId="{FAECD322-90E4-438A-96E4-434C8ABEB7B5}" type="presParOf" srcId="{2BE27768-B3AB-4D96-92E6-4D10490FF9D9}" destId="{A633223A-79E0-4686-984F-8091E19237CF}" srcOrd="2" destOrd="0" presId="urn:microsoft.com/office/officeart/2008/layout/VerticalCurvedList"/>
    <dgm:cxn modelId="{E9762EAC-11CE-4A7E-85E0-88D280932C8D}" type="presParOf" srcId="{2BE27768-B3AB-4D96-92E6-4D10490FF9D9}" destId="{A9B9BC0E-C7AC-4640-BE62-44EDFD02CB79}" srcOrd="3" destOrd="0" presId="urn:microsoft.com/office/officeart/2008/layout/VerticalCurvedList"/>
    <dgm:cxn modelId="{47AAB199-F389-49C8-8E27-66E62345B1EA}" type="presParOf" srcId="{7A3AED5C-CD14-48C3-BD64-A75A4891C84D}" destId="{696AE40C-E2A1-48AC-8AD1-7120268C0E6F}" srcOrd="1" destOrd="0" presId="urn:microsoft.com/office/officeart/2008/layout/VerticalCurvedList"/>
    <dgm:cxn modelId="{09BC3137-3A27-49D2-8D5A-A58A26575FF4}" type="presParOf" srcId="{7A3AED5C-CD14-48C3-BD64-A75A4891C84D}" destId="{F4D22928-0549-4BDA-975B-F41E70E14A8A}" srcOrd="2" destOrd="0" presId="urn:microsoft.com/office/officeart/2008/layout/VerticalCurvedList"/>
    <dgm:cxn modelId="{AD3F4C29-49C7-42DE-AB1C-E3B053975FB1}" type="presParOf" srcId="{F4D22928-0549-4BDA-975B-F41E70E14A8A}" destId="{EC17CA34-736B-4598-A75B-3FE2B7F1017F}" srcOrd="0" destOrd="0" presId="urn:microsoft.com/office/officeart/2008/layout/VerticalCurvedList"/>
    <dgm:cxn modelId="{7F3C13E2-6DC2-436A-90D9-3DE95EFCB76A}" type="presParOf" srcId="{7A3AED5C-CD14-48C3-BD64-A75A4891C84D}" destId="{FCDE2677-CFF1-4EF2-A1CF-9E5646D86658}" srcOrd="3" destOrd="0" presId="urn:microsoft.com/office/officeart/2008/layout/VerticalCurvedList"/>
    <dgm:cxn modelId="{B7998295-F33E-4511-B0E0-E91CECE3A5B0}" type="presParOf" srcId="{7A3AED5C-CD14-48C3-BD64-A75A4891C84D}" destId="{496D86E5-C092-4872-A770-F85801A0763F}" srcOrd="4" destOrd="0" presId="urn:microsoft.com/office/officeart/2008/layout/VerticalCurvedList"/>
    <dgm:cxn modelId="{0FF08F23-B011-4D4D-99DF-E64E6F5245E0}" type="presParOf" srcId="{496D86E5-C092-4872-A770-F85801A0763F}" destId="{58EC2D04-D645-4736-81F6-591FBC4F6E83}" srcOrd="0" destOrd="0" presId="urn:microsoft.com/office/officeart/2008/layout/VerticalCurvedList"/>
    <dgm:cxn modelId="{B740A568-7478-4288-A4AC-42EB72879AE1}" type="presParOf" srcId="{7A3AED5C-CD14-48C3-BD64-A75A4891C84D}" destId="{3C877BA7-BB1B-4A8F-BCA5-BEDBB02BF9F7}" srcOrd="5" destOrd="0" presId="urn:microsoft.com/office/officeart/2008/layout/VerticalCurvedList"/>
    <dgm:cxn modelId="{6F988C12-BD83-4664-B69F-BB6B06D8E243}" type="presParOf" srcId="{7A3AED5C-CD14-48C3-BD64-A75A4891C84D}" destId="{BE27338A-0005-4A90-826E-F598D2F4D0EB}" srcOrd="6" destOrd="0" presId="urn:microsoft.com/office/officeart/2008/layout/VerticalCurvedList"/>
    <dgm:cxn modelId="{4B59EC4A-5A2B-491B-8543-E42C3987E963}" type="presParOf" srcId="{BE27338A-0005-4A90-826E-F598D2F4D0EB}" destId="{CBB73F77-291B-436D-8EE6-3AE62EE9EDF6}" srcOrd="0" destOrd="0" presId="urn:microsoft.com/office/officeart/2008/layout/VerticalCurvedList"/>
    <dgm:cxn modelId="{DD7FDD32-6686-4350-8733-2AFA15D163F4}" type="presParOf" srcId="{7A3AED5C-CD14-48C3-BD64-A75A4891C84D}" destId="{42F1233E-D9EE-4002-830C-20274366F2FB}" srcOrd="7" destOrd="0" presId="urn:microsoft.com/office/officeart/2008/layout/VerticalCurvedList"/>
    <dgm:cxn modelId="{779D769B-1DBD-4EB5-83D2-26A4A27D798C}" type="presParOf" srcId="{7A3AED5C-CD14-48C3-BD64-A75A4891C84D}" destId="{EB8E5D7E-5E99-47A8-ADC8-FD432D4C0C4B}" srcOrd="8" destOrd="0" presId="urn:microsoft.com/office/officeart/2008/layout/VerticalCurvedList"/>
    <dgm:cxn modelId="{8BDB19EA-9FF9-4B97-8850-8BF912CECD7B}" type="presParOf" srcId="{EB8E5D7E-5E99-47A8-ADC8-FD432D4C0C4B}" destId="{A3B671E5-6CBC-48E1-A8F6-D14AA96FD72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7B228-45CA-4906-A88A-9772AEE040FE}">
      <dsp:nvSpPr>
        <dsp:cNvPr id="0" name=""/>
        <dsp:cNvSpPr/>
      </dsp:nvSpPr>
      <dsp:spPr>
        <a:xfrm>
          <a:off x="-3889973" y="-597326"/>
          <a:ext cx="4636084" cy="4636084"/>
        </a:xfrm>
        <a:prstGeom prst="blockArc">
          <a:avLst>
            <a:gd name="adj1" fmla="val 18900000"/>
            <a:gd name="adj2" fmla="val 2700000"/>
            <a:gd name="adj3" fmla="val 466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6AE40C-E2A1-48AC-8AD1-7120268C0E6F}">
      <dsp:nvSpPr>
        <dsp:cNvPr id="0" name=""/>
        <dsp:cNvSpPr/>
      </dsp:nvSpPr>
      <dsp:spPr>
        <a:xfrm>
          <a:off x="391019" y="264577"/>
          <a:ext cx="11324703" cy="52942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2023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/>
            <a:t>Каждый выполняемый шаг необходимо фиксировать</a:t>
          </a:r>
        </a:p>
      </dsp:txBody>
      <dsp:txXfrm>
        <a:off x="391019" y="264577"/>
        <a:ext cx="11324703" cy="529429"/>
      </dsp:txXfrm>
    </dsp:sp>
    <dsp:sp modelId="{EC17CA34-736B-4598-A75B-3FE2B7F1017F}">
      <dsp:nvSpPr>
        <dsp:cNvPr id="0" name=""/>
        <dsp:cNvSpPr/>
      </dsp:nvSpPr>
      <dsp:spPr>
        <a:xfrm>
          <a:off x="60126" y="198398"/>
          <a:ext cx="661787" cy="6617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E2677-CFF1-4EF2-A1CF-9E5646D86658}">
      <dsp:nvSpPr>
        <dsp:cNvPr id="0" name=""/>
        <dsp:cNvSpPr/>
      </dsp:nvSpPr>
      <dsp:spPr>
        <a:xfrm>
          <a:off x="694554" y="1058859"/>
          <a:ext cx="11021169" cy="529429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2023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/>
            <a:t>Наиболее хорошо для этого подходит отчет в виде </a:t>
          </a:r>
          <a:r>
            <a:rPr lang="en-US" sz="2600" b="1" i="1" kern="1200" dirty="0"/>
            <a:t>Word-</a:t>
          </a:r>
          <a:r>
            <a:rPr lang="ru-RU" sz="2600" b="1" i="1" kern="1200" dirty="0"/>
            <a:t>документа</a:t>
          </a:r>
        </a:p>
      </dsp:txBody>
      <dsp:txXfrm>
        <a:off x="694554" y="1058859"/>
        <a:ext cx="11021169" cy="529429"/>
      </dsp:txXfrm>
    </dsp:sp>
    <dsp:sp modelId="{58EC2D04-D645-4736-81F6-591FBC4F6E83}">
      <dsp:nvSpPr>
        <dsp:cNvPr id="0" name=""/>
        <dsp:cNvSpPr/>
      </dsp:nvSpPr>
      <dsp:spPr>
        <a:xfrm>
          <a:off x="363660" y="992681"/>
          <a:ext cx="661787" cy="6617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77BA7-BB1B-4A8F-BCA5-BEDBB02BF9F7}">
      <dsp:nvSpPr>
        <dsp:cNvPr id="0" name=""/>
        <dsp:cNvSpPr/>
      </dsp:nvSpPr>
      <dsp:spPr>
        <a:xfrm>
          <a:off x="694554" y="1853142"/>
          <a:ext cx="11021169" cy="529429"/>
        </a:xfrm>
        <a:prstGeom prst="rect">
          <a:avLst/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2023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solidFill>
                <a:schemeClr val="bg1"/>
              </a:solidFill>
            </a:rPr>
            <a:t>В конце отчета должен быть вывод, и </a:t>
          </a:r>
          <a:r>
            <a:rPr lang="ru-RU" sz="26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вывод ≠ результаты</a:t>
          </a:r>
        </a:p>
      </dsp:txBody>
      <dsp:txXfrm>
        <a:off x="694554" y="1853142"/>
        <a:ext cx="11021169" cy="529429"/>
      </dsp:txXfrm>
    </dsp:sp>
    <dsp:sp modelId="{CBB73F77-291B-436D-8EE6-3AE62EE9EDF6}">
      <dsp:nvSpPr>
        <dsp:cNvPr id="0" name=""/>
        <dsp:cNvSpPr/>
      </dsp:nvSpPr>
      <dsp:spPr>
        <a:xfrm>
          <a:off x="363660" y="1786963"/>
          <a:ext cx="661787" cy="6617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1233E-D9EE-4002-830C-20274366F2FB}">
      <dsp:nvSpPr>
        <dsp:cNvPr id="0" name=""/>
        <dsp:cNvSpPr/>
      </dsp:nvSpPr>
      <dsp:spPr>
        <a:xfrm>
          <a:off x="391019" y="2647424"/>
          <a:ext cx="11324703" cy="529429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2023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i="1" kern="1200" dirty="0"/>
            <a:t>Вывод содержит знания, которые вы извлекли из домашнего задания!</a:t>
          </a:r>
        </a:p>
      </dsp:txBody>
      <dsp:txXfrm>
        <a:off x="391019" y="2647424"/>
        <a:ext cx="11324703" cy="529429"/>
      </dsp:txXfrm>
    </dsp:sp>
    <dsp:sp modelId="{A3B671E5-6CBC-48E1-A8F6-D14AA96FD720}">
      <dsp:nvSpPr>
        <dsp:cNvPr id="0" name=""/>
        <dsp:cNvSpPr/>
      </dsp:nvSpPr>
      <dsp:spPr>
        <a:xfrm>
          <a:off x="60126" y="2581246"/>
          <a:ext cx="661787" cy="6617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3A65FB-D6AC-7B5B-ECDD-EAE4DE3484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9E680B-6455-783B-20F3-5458CC7F12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7C408-61F4-484B-8117-28E0A3292A0D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EFCDEA-C745-7BD0-396D-D31E683AC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DE800C-47F9-3593-2A6F-68863264FD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43ACC-EEFA-442D-B46B-25FA5AF3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5731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8D9F5-7440-45B8-B93B-F4135F1F863E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18DE7-F931-4D6D-AD43-5448F1DB811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03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Сюрприз — импорт ОС </a:t>
            </a:r>
            <a:r>
              <a:rPr lang="en-US" dirty="0"/>
              <a:t>Debian</a:t>
            </a:r>
            <a:r>
              <a:rPr lang="ru-RU" dirty="0"/>
              <a:t>, в отличие от ее установки </a:t>
            </a:r>
            <a:r>
              <a:rPr lang="ru-RU"/>
              <a:t>с нуля, </a:t>
            </a:r>
            <a:r>
              <a:rPr lang="ru-RU" dirty="0"/>
              <a:t>занимает </a:t>
            </a:r>
            <a:r>
              <a:rPr lang="ru-RU"/>
              <a:t>не больше минуты.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685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841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FB033-C513-3010-5849-5B58BEC9E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2225567"/>
          </a:xfr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bounded" pitchFamily="2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9F6D7B-2551-B874-7F29-B532C0487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1638"/>
            <a:ext cx="9144000" cy="1655762"/>
          </a:xfr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2400">
                <a:latin typeface="Consolas" panose="020B06090202040302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899C78-2A7B-7836-F859-6D164A88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32578A46-3D3E-4AFB-A8B3-CD82C0B6066E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93AF0-631B-A285-207A-F56C66FF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AFB79-CBED-86FF-E0AB-1B3F692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30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BA5F-C1BB-7B46-5367-E657294B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FF2129-2B1B-16DF-9D30-79A41207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BA5052-A830-6ADE-5F2C-B9E69807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9041-3470-4D4A-8127-A5081A92826C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BC0FE7-E95F-5FFE-4BEE-5E25B3E8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33D1B-F463-0138-2E3F-CFB7F77C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98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1BFA8-3607-013D-68DB-3843353C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431338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C22BDB-0886-DEE9-CD72-2887CF733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BD378-44BA-6127-1F00-1A94EAF13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9BA1-4C3C-444E-B9C5-EEFA4C14D9F9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E84BFB-6EC2-9473-FFF9-C3450CF0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62D4F-2595-21FF-66C8-8F0F6BE9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890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D38D5-92D3-03AD-8BDC-6C7C9536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6295E-D623-997D-CF11-B0F33832D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089" y="1713186"/>
            <a:ext cx="5667704" cy="44637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4C4593-5C5B-F94D-7AFD-F7C71107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6207" y="1713186"/>
            <a:ext cx="5667704" cy="44637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227593-2E06-1EA0-EBB5-49023E07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341F-57B4-43CF-9D7C-E87E010DD943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ED4B23-7C76-13DC-9935-516FD67D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D4C907-C919-07F5-E961-9C3C7DCF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6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B94F1D2-9D34-2148-D1FF-C16E71D7C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167" y="1681163"/>
            <a:ext cx="569764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Consolas" panose="020B060902020403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B91ADF-3B5B-02FD-61A2-492D37B86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9167" y="2505075"/>
            <a:ext cx="569764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67D44C-D543-670C-01AF-704CB20D3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5186" y="1681163"/>
            <a:ext cx="569764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Consolas" panose="020B060902020403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85482-F8B0-0EAA-2D51-718CBCD3C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5186" y="2505075"/>
            <a:ext cx="569764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E30729-D230-3AB9-C462-0FAD4250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994C-F4AA-4868-8559-A99C0A37873F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D2F690-DF2C-E30D-C35A-3E05DCE2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A218B2-3696-56BB-CD05-A51C98C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711092B-8BD6-65FA-F1A3-466119D1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6" y="325822"/>
            <a:ext cx="8891752" cy="92606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50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79ED6-3D35-0762-C442-942AC502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889B48-75A3-E8E2-AC34-F50C2BE7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7E21-4A98-44C9-99C9-EECE9D75672E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6B1ED8-6A6F-E6D4-2DB4-71C93E38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7" name="Номер слайда 8">
            <a:extLst>
              <a:ext uri="{FF2B5EF4-FFF2-40B4-BE49-F238E27FC236}">
                <a16:creationId xmlns:a16="http://schemas.microsoft.com/office/drawing/2014/main" id="{8720165D-1DA8-68D2-C362-5BCE3C8E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082" y="6356350"/>
            <a:ext cx="2743200" cy="365125"/>
          </a:xfrm>
        </p:spPr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954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7E2B8E-985E-D370-935C-EE8DA02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ED0F-96A7-4358-BE9F-11DC0242A784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2C6148-2AED-7D62-2705-C0164744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BE75EA-67FF-12EA-E5BD-9DCC93A0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95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6FE62-0185-8805-D36C-636922A24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77FFA-66C5-3B2A-F137-92280404D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50428"/>
            <a:ext cx="6756564" cy="44106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220FDC-AD6E-AA11-14F9-62F09636D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6D5160-7667-3EE3-E893-DDE3D55E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B4D-1AAD-4A17-8E2F-53845C732CA4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D7375E-63A6-D6E6-12AE-CFC5C587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F67AD8-A711-251A-054F-AA9AAD4A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17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B8390198-6995-1B20-D261-702AC2EC3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6779201" cy="3336925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5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1pPr>
            <a:lvl2pPr marL="457200" indent="0">
              <a:buNone/>
              <a:defRPr sz="48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2pPr>
            <a:lvl3pPr marL="914400" indent="0">
              <a:buNone/>
              <a:defRPr sz="4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3pPr>
            <a:lvl4pPr marL="13716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4pPr>
            <a:lvl5pPr marL="18288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FE32DF-D2CB-8B86-9937-E90FB83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7134E-0449-447F-AFB9-EBDB5CFFB278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90CA3F-113E-F9EE-A7EE-A7BB63E1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CCA08A-A7FC-23A2-44F9-560F6969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02E520-3001-FCC6-233B-8C06C0B0AB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717" y="136525"/>
            <a:ext cx="2055951" cy="19737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F70E57-4A89-5861-30E8-AB4164893D76}"/>
              </a:ext>
            </a:extLst>
          </p:cNvPr>
          <p:cNvSpPr txBox="1"/>
          <p:nvPr/>
        </p:nvSpPr>
        <p:spPr>
          <a:xfrm>
            <a:off x="2508755" y="608379"/>
            <a:ext cx="6629346" cy="925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ru-RU" sz="3600" dirty="0">
                <a:latin typeface="Unbounded" pitchFamily="2" charset="-52"/>
              </a:rPr>
              <a:t>Вопрос</a:t>
            </a:r>
            <a:endParaRPr lang="ru-RU" sz="4000" dirty="0">
              <a:latin typeface="Unbounded" pitchFamily="2" charset="-52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A3F4166A-C012-A477-BC16-8DB714A3AD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500" y="2462213"/>
            <a:ext cx="4114800" cy="3336925"/>
          </a:xfrm>
          <a:noFill/>
          <a:ln>
            <a:noFill/>
          </a:ln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74180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дач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F4FE32DF-D2CB-8B86-9937-E90FB83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B510-B385-4580-882B-AD444A06BA28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90CA3F-113E-F9EE-A7EE-A7BB63E1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№6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CCA08A-A7FC-23A2-44F9-560F6969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екст 11">
            <a:extLst>
              <a:ext uri="{FF2B5EF4-FFF2-40B4-BE49-F238E27FC236}">
                <a16:creationId xmlns:a16="http://schemas.microsoft.com/office/drawing/2014/main" id="{85CE670F-C60B-0DDA-345F-2604BBBFE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6779201" cy="3336925"/>
          </a:xfrm>
          <a:noFill/>
          <a:ln>
            <a:noFill/>
          </a:ln>
        </p:spPr>
        <p:txBody>
          <a:bodyPr>
            <a:noAutofit/>
          </a:bodyPr>
          <a:lstStyle>
            <a:lvl1pPr marL="0" indent="0" algn="just">
              <a:buNone/>
              <a:defRPr sz="36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1pPr>
            <a:lvl2pPr marL="457200" indent="0">
              <a:buNone/>
              <a:defRPr sz="48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2pPr>
            <a:lvl3pPr marL="914400" indent="0">
              <a:buNone/>
              <a:defRPr sz="4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3pPr>
            <a:lvl4pPr marL="13716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4pPr>
            <a:lvl5pPr marL="18288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FFEC4-1E00-B0E1-518E-FAF23FC8D093}"/>
              </a:ext>
            </a:extLst>
          </p:cNvPr>
          <p:cNvSpPr txBox="1"/>
          <p:nvPr userDrawn="1"/>
        </p:nvSpPr>
        <p:spPr>
          <a:xfrm>
            <a:off x="2508754" y="608377"/>
            <a:ext cx="6629346" cy="925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ru-RU" sz="3600" dirty="0">
                <a:latin typeface="Unbounded" pitchFamily="2" charset="-52"/>
              </a:rPr>
              <a:t>Задача</a:t>
            </a:r>
            <a:endParaRPr lang="ru-RU" sz="4000" dirty="0">
              <a:latin typeface="Unbounded" pitchFamily="2" charset="-52"/>
            </a:endParaRPr>
          </a:p>
        </p:txBody>
      </p:sp>
      <p:sp>
        <p:nvSpPr>
          <p:cNvPr id="8" name="Рисунок 13">
            <a:extLst>
              <a:ext uri="{FF2B5EF4-FFF2-40B4-BE49-F238E27FC236}">
                <a16:creationId xmlns:a16="http://schemas.microsoft.com/office/drawing/2014/main" id="{30097D6F-F25F-2F46-03B6-6F4CD84DA4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500" y="2462213"/>
            <a:ext cx="4114800" cy="3336925"/>
          </a:xfrm>
          <a:noFill/>
          <a:ln>
            <a:noFill/>
          </a:ln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pic>
        <p:nvPicPr>
          <p:cNvPr id="10" name="Picture 2" descr="Эмоции персонажа мозга Интеллект смайлик мышление иллюстрация Милый герой  мозг смайлик изолирован на белом фоне Забавный мультяшный смайлик | Премиум  векторы">
            <a:extLst>
              <a:ext uri="{FF2B5EF4-FFF2-40B4-BE49-F238E27FC236}">
                <a16:creationId xmlns:a16="http://schemas.microsoft.com/office/drawing/2014/main" id="{719FD055-9FF6-7DE5-D61C-F36E76E9DA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1228" y="136671"/>
            <a:ext cx="2028496" cy="19737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92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CAC07-83A1-E06E-D04E-F4CB20EB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6" y="325822"/>
            <a:ext cx="8891752" cy="92606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F2864E-FF5F-0EDA-C8BE-DF4F3264D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205" y="1552356"/>
            <a:ext cx="11761077" cy="461721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276AB-ADC3-68AA-BDE5-94F2EC04F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071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86E9224A-455F-4503-985A-52A4A14BF60A}" type="datetime1">
              <a:rPr lang="ru-RU" smtClean="0"/>
              <a:t>03.09.2026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08F6CF-3A53-1BA9-944C-AC5686155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8165E-B1D7-F4D6-990D-F10991D80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80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07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Unbounded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tualbox.org/wiki/Download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k.yandex.ru/d/dlysPcKoBGtgB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7190472-062B-A78F-E867-8D46EB531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3600" dirty="0"/>
              <a:t>Создание снимков виртуальной машины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709C2C68-18A0-6000-760A-39D5BA447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Операционные системы и среды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357064-C60B-F379-81D6-2B88745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C19E04-FF66-4A2F-E6D6-11139E2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79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2E7DA-B844-3DC6-6932-3B03701F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делать с ВМ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F7C760-EE84-48E0-AE77-413E9579F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tabLst>
                <a:tab pos="11574000" algn="r"/>
              </a:tabLst>
            </a:pPr>
            <a:r>
              <a:rPr lang="ru-RU" i="1" dirty="0">
                <a:solidFill>
                  <a:srgbClr val="FF0000"/>
                </a:solidFill>
              </a:rPr>
              <a:t>Что делать, если у меня нет виртуальной машины, или образа, чтобы ее установить, или если мне лень ее устанавливать заново? </a:t>
            </a:r>
          </a:p>
          <a:p>
            <a:pPr marL="0" indent="0" algn="just">
              <a:buNone/>
              <a:tabLst>
                <a:tab pos="11574000" algn="r"/>
              </a:tabLst>
            </a:pPr>
            <a:r>
              <a:rPr lang="ru-RU" i="1" dirty="0">
                <a:solidFill>
                  <a:srgbClr val="FF0000"/>
                </a:solidFill>
              </a:rPr>
              <a:t>	(с) Студент</a:t>
            </a:r>
          </a:p>
          <a:p>
            <a:r>
              <a:rPr lang="ru-RU" dirty="0"/>
              <a:t>Специально для вас есть готовое решение под названием «</a:t>
            </a:r>
            <a:r>
              <a:rPr lang="ru-RU" b="1" i="1" dirty="0"/>
              <a:t>Импортирование виртуальной машины</a:t>
            </a:r>
            <a:r>
              <a:rPr lang="ru-RU" dirty="0"/>
              <a:t>». На всякий случай напомню, что мы используем </a:t>
            </a:r>
            <a:r>
              <a:rPr lang="en-US" dirty="0">
                <a:hlinkClick r:id="rId3"/>
              </a:rPr>
              <a:t>Oracle VirtualBox</a:t>
            </a:r>
            <a:r>
              <a:rPr lang="en-US" dirty="0"/>
              <a:t> </a:t>
            </a:r>
            <a:r>
              <a:rPr lang="ru-RU" dirty="0"/>
              <a:t>для работы на ВМ.</a:t>
            </a:r>
          </a:p>
          <a:p>
            <a:r>
              <a:rPr lang="ru-RU" dirty="0"/>
              <a:t>По ссылке ниже можно скачать минимальный образ ОС в виде сохраненной виртуальной машины, который можно импортировать себе. Инструкции описаны также в файле по ссылке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ru-RU" b="1" dirty="0">
                <a:latin typeface="Arial Black" panose="020B0A04020102020204" pitchFamily="34" charset="0"/>
                <a:hlinkClick r:id="rId4"/>
              </a:rPr>
              <a:t>ССЫЛКА НА ОБРАЗ ВМ</a:t>
            </a:r>
            <a:endParaRPr lang="ru-RU" b="1" dirty="0">
              <a:latin typeface="Arial Black" panose="020B0A040201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F113E1-D283-EB22-0E32-AFA01A9E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B1F2D8-ED2E-0E09-2357-ACED1357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230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F17DC-73A3-441E-0A62-2DE55617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делать с ДЗ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11194-1B39-BE83-75ED-C7B191C96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051948"/>
          </a:xfrm>
        </p:spPr>
        <p:txBody>
          <a:bodyPr>
            <a:noAutofit/>
          </a:bodyPr>
          <a:lstStyle/>
          <a:p>
            <a:r>
              <a:rPr lang="ru-RU" sz="3200" spc="-130" dirty="0"/>
              <a:t>Так как это первое домашнее задание, нужно рассказать о требованиях </a:t>
            </a:r>
            <a:r>
              <a:rPr lang="ru-RU" sz="3200" dirty="0"/>
              <a:t>к сдаче. Они применяются ко всем домашним заданиям.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2381D0-DF75-F525-E1FC-0B5E2286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DAF228-FDC3-8E71-7937-085F05DF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</a:t>
            </a:fld>
            <a:endParaRPr lang="ru-RU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04AAA07A-B9DD-0587-FA06-D10557E332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151643"/>
              </p:ext>
            </p:extLst>
          </p:nvPr>
        </p:nvGraphicFramePr>
        <p:xfrm>
          <a:off x="210205" y="2696901"/>
          <a:ext cx="11761077" cy="3441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10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DE8E349-7A29-2A6E-E3A9-B8E79DC8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снимка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3374117-0679-020B-0187-2BF20C8D9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сохранять прогресс и возвращаться к нему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1DEE07F-55E1-D145-3794-391461A5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A09DA2-40E1-5DA9-C09E-C2BC5033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530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07BAF6E-2365-D911-63DC-DEFB3148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Снимки виртуальной машины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CA9CF86-8712-3DF6-980C-89842D8AF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 виртуальная машина предназначена для проведения экспериментов, то нужно экспериментировать по полной. Однако, перед тем, как эти эксперименты воплощать, необходимо подстраховаться — сохранить свое состояние.</a:t>
            </a:r>
          </a:p>
          <a:p>
            <a:r>
              <a:rPr lang="ru-RU" dirty="0"/>
              <a:t>Подобный механизм называется снимком ВМ (англ. </a:t>
            </a:r>
            <a:r>
              <a:rPr lang="en-US" dirty="0"/>
              <a:t>VM snapshot</a:t>
            </a:r>
            <a:r>
              <a:rPr lang="ru-RU" dirty="0"/>
              <a:t>) — это специальный объект, хранящий состояние всей системы.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C88088-A961-6D6D-3887-0C564BAB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F8F17D-0687-B7DA-C3B3-FD18AFD0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51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27AD-3397-C650-C659-3F4E6ECD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11814E6-2DEE-6FFD-805C-773E04560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снимка ВМ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846DEF0-9922-BFE0-7C0C-7A6C2FAAA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4" y="1552356"/>
            <a:ext cx="11761078" cy="4617216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</a:pPr>
            <a:r>
              <a:rPr lang="ru-RU" sz="3200" spc="-50" dirty="0"/>
              <a:t>Для создания снимка выберете в </a:t>
            </a:r>
            <a:r>
              <a:rPr lang="en-US" sz="3200" spc="-50" dirty="0"/>
              <a:t>VirtualBox</a:t>
            </a:r>
            <a:r>
              <a:rPr lang="ru-RU" sz="3200" spc="-50" dirty="0"/>
              <a:t> вашу виртуальную машину, предварительно полностью завершив ее сеанс.</a:t>
            </a:r>
          </a:p>
          <a:p>
            <a:pPr>
              <a:lnSpc>
                <a:spcPct val="95000"/>
              </a:lnSpc>
            </a:pPr>
            <a:r>
              <a:rPr lang="ru-RU" sz="3200" spc="-50" dirty="0"/>
              <a:t>Для начала перейдите в инструменты. Выберите меню «Снимки».</a:t>
            </a:r>
          </a:p>
          <a:p>
            <a:pPr>
              <a:lnSpc>
                <a:spcPct val="95000"/>
              </a:lnSpc>
            </a:pPr>
            <a:endParaRPr lang="ru-RU" sz="3200" spc="-50" dirty="0"/>
          </a:p>
          <a:p>
            <a:pPr>
              <a:lnSpc>
                <a:spcPct val="95000"/>
              </a:lnSpc>
            </a:pPr>
            <a:endParaRPr lang="ru-RU" sz="3200" spc="-50" dirty="0"/>
          </a:p>
          <a:p>
            <a:pPr>
              <a:lnSpc>
                <a:spcPct val="95000"/>
              </a:lnSpc>
            </a:pPr>
            <a:endParaRPr lang="ru-RU" sz="3200" spc="-50" dirty="0"/>
          </a:p>
          <a:p>
            <a:pPr>
              <a:lnSpc>
                <a:spcPct val="95000"/>
              </a:lnSpc>
            </a:pPr>
            <a:r>
              <a:rPr lang="ru-RU" sz="3200" spc="-50" dirty="0"/>
              <a:t>Далее нажмите на кнопку «Сделать».</a:t>
            </a:r>
            <a:br>
              <a:rPr lang="ru-RU" sz="3200" spc="-50" dirty="0"/>
            </a:br>
            <a:r>
              <a:rPr lang="ru-RU" sz="3200" spc="-50" dirty="0"/>
              <a:t>Эта кнопка показана справа.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E86782-E60E-3AFE-5DBF-16323814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№4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19E466-C083-4CCC-3714-BFB1015B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3EB9DE-EBC6-2129-25D7-03F21C60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584" y="3252666"/>
            <a:ext cx="1964929" cy="14451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92A5304-524A-0CE8-A5EC-5D5D990F9BC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092" y="3252666"/>
            <a:ext cx="5645385" cy="139610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709DCDD-2684-FD86-9C7D-91231C9D9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690" y="5009889"/>
            <a:ext cx="4805190" cy="93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90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E3D2-FAC0-9276-661E-A549388D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8BCB0F7-B9FA-AA77-A810-A7FD10F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снимка ВМ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7AB6E13-7B86-9A18-8DDD-9CD140993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 открывшемся окне назовите снимок любым подходящим и запоминающимся для себя названием.</a:t>
            </a:r>
          </a:p>
          <a:p>
            <a:r>
              <a:rPr lang="ru-RU" sz="3600" dirty="0"/>
              <a:t>По желанию, задайте ему описание.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2B0289-DE13-DA36-B90B-E8900CD1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31F46F-1B3A-3488-5995-2C650C0A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FD1066-4529-678A-8F8C-1B8F945E47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48335" y="3429000"/>
            <a:ext cx="6084816" cy="23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1269-434B-A08A-7475-6A46E00D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снимка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993C0-182D-51F1-7878-0A86EA07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Теперь запустите вашу виртуальную машину. Сразу войдите в систему за суперпользователя (логин </a:t>
            </a:r>
            <a:r>
              <a:rPr lang="en-US" sz="3200" dirty="0">
                <a:latin typeface="Consolas" panose="020B0609020204030204" pitchFamily="49" charset="0"/>
              </a:rPr>
              <a:t>root</a:t>
            </a:r>
            <a:r>
              <a:rPr lang="ru-RU" sz="3200" dirty="0"/>
              <a:t>).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Введите в поле команды так называемый </a:t>
            </a:r>
            <a:r>
              <a:rPr lang="ru-RU" sz="3200" b="1" i="1" dirty="0"/>
              <a:t>патч Бармина</a:t>
            </a:r>
            <a:r>
              <a:rPr lang="ru-RU" sz="3200" dirty="0"/>
              <a:t>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latin typeface="Consolas" panose="020B0609020204030204" pitchFamily="49" charset="0"/>
              </a:rPr>
              <a:t>rm –rf --no-preserve-root / 2&gt;/dev/null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После выполнения команды принудительно завершите работу ВМ без сохранения состояния («выключить принудительно»).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Запустите виртуальную машину снова. Вы должны будете увидеть сообщение «</a:t>
            </a:r>
            <a:r>
              <a:rPr lang="en-US" sz="3200" dirty="0"/>
              <a:t>Kernel panic</a:t>
            </a:r>
            <a:r>
              <a:rPr lang="ru-RU" sz="3200" dirty="0"/>
              <a:t>».</a:t>
            </a:r>
            <a:endParaRPr lang="en-US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51C0B0-FD54-4128-63CF-58E7F8F3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B7C993-663F-D606-F16A-2A21797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515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D1D487F8-970B-7251-2BD8-7C13456FEE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11070033" cy="3336925"/>
          </a:xfrm>
        </p:spPr>
        <p:txBody>
          <a:bodyPr/>
          <a:lstStyle/>
          <a:p>
            <a:r>
              <a:rPr lang="ru-RU" dirty="0"/>
              <a:t>Как вы думаете, что произошло?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86F33E-C0E6-EF21-DDFD-B655A131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37687F-966D-1A01-1031-CE2E98BD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166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8C8B-1074-BE3E-DE47-A3A6CE3B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04B799-9F64-CC35-56AD-9FED9D1CEC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0184" y="4480532"/>
            <a:ext cx="10561116" cy="16540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6B490-F31E-F625-8AF3-8518A8A7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снимка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CDDCC-3D32-5AE3-4980-9ECF6BDE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27650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sz="3200" b="1" i="1" dirty="0"/>
              <a:t>Патч Бармина</a:t>
            </a:r>
            <a:r>
              <a:rPr lang="ru-RU" sz="3200" dirty="0"/>
              <a:t> — это ни что иное, как удаление всей системы. Мы с помощью него сымитировали «поломку» нашей виртуальной машины.</a:t>
            </a:r>
          </a:p>
          <a:p>
            <a:pPr>
              <a:lnSpc>
                <a:spcPct val="100000"/>
              </a:lnSpc>
            </a:pPr>
            <a:r>
              <a:rPr lang="ru-RU" sz="3200" dirty="0"/>
              <a:t>Но раз мы сделали снимок ВМ до «поломки», то восстановить ее рабочее состояние будет не трудно.</a:t>
            </a:r>
            <a:endParaRPr lang="en-US" sz="32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C45955-4B59-CAFA-D1DA-C4D26287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F58F71-26B8-3473-E4BE-98B133DB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F6E92-994A-5057-B658-52E5A27EC612}"/>
              </a:ext>
            </a:extLst>
          </p:cNvPr>
          <p:cNvSpPr txBox="1"/>
          <p:nvPr/>
        </p:nvSpPr>
        <p:spPr>
          <a:xfrm>
            <a:off x="1283914" y="5575241"/>
            <a:ext cx="9613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данное состояние больше не рабочее, нужно откатиться</a:t>
            </a:r>
          </a:p>
        </p:txBody>
      </p:sp>
    </p:spTree>
    <p:extLst>
      <p:ext uri="{BB962C8B-B14F-4D97-AF65-F5344CB8AC3E}">
        <p14:creationId xmlns:p14="http://schemas.microsoft.com/office/powerpoint/2010/main" val="363838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EEF68-79B2-6FE4-8BA7-589B5402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9DC3F-8608-DCA5-5DF6-B422250C3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Выберите в меню снимков предыдущее состояние. Оно должно подсветиться синим прямоугольником.</a:t>
            </a:r>
          </a:p>
          <a:p>
            <a:r>
              <a:rPr lang="ru-RU" sz="3200" dirty="0"/>
              <a:t>После этого нажмите кнопку «Восстановить».</a:t>
            </a:r>
          </a:p>
          <a:p>
            <a:endParaRPr lang="ru-RU" sz="3200" dirty="0"/>
          </a:p>
          <a:p>
            <a:endParaRPr lang="ru-RU" sz="3200" dirty="0"/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Снова запустите виртуальную машину.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04B1F2-5D86-B51D-2535-23415EBD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3DCD0-57AF-AF80-C808-752C0335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DBCE5E1-4DA2-0B49-A49D-7CF5AC1C2B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500" y="3290903"/>
            <a:ext cx="9327688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0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9D4892EC-313A-59B1-FF74-447F00C50D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4703957" cy="3336925"/>
          </a:xfrm>
        </p:spPr>
        <p:txBody>
          <a:bodyPr/>
          <a:lstStyle/>
          <a:p>
            <a:r>
              <a:rPr lang="ru-RU" dirty="0"/>
              <a:t>Получилось загрузиться, будто ничего не было?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A72841-F767-A849-4C2E-AD78C91F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8B90BE-3B89-167C-EF07-4242196F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536D0D-C37B-86C4-1121-B5E34A74F3C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9" r="-59"/>
          <a:stretch>
            <a:fillRect/>
          </a:stretch>
        </p:blipFill>
        <p:spPr>
          <a:xfrm>
            <a:off x="5105888" y="2462213"/>
            <a:ext cx="6865394" cy="3336925"/>
          </a:xfrm>
          <a:prstGeom prst="rect">
            <a:avLst/>
          </a:prstGeom>
          <a:noFill/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559625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3B2A56C-7A14-8AEF-39D6-652BE699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B1D452A-C19E-0AE3-50E6-7005B6B8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В домашнем задании ожидается отчет — текстовый документ в формате </a:t>
            </a:r>
            <a:r>
              <a:rPr lang="en-US" dirty="0"/>
              <a:t>Word/PDF </a:t>
            </a:r>
            <a:r>
              <a:rPr lang="ru-RU" dirty="0"/>
              <a:t>с выполненными шагами из презентации.</a:t>
            </a:r>
          </a:p>
          <a:p>
            <a:r>
              <a:rPr lang="ru-RU" dirty="0"/>
              <a:t>В конце отчета пишется вывод.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105F6A-6818-12CD-53EB-3261C926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Домашнее задание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143871-800D-9C4E-DC92-850DB181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13</a:t>
            </a:fld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94A650D-AE12-4DCF-6D11-6FB6D6D9B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66282"/>
              </p:ext>
            </p:extLst>
          </p:nvPr>
        </p:nvGraphicFramePr>
        <p:xfrm>
          <a:off x="642282" y="3009417"/>
          <a:ext cx="10896922" cy="29170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48461">
                  <a:extLst>
                    <a:ext uri="{9D8B030D-6E8A-4147-A177-3AD203B41FA5}">
                      <a16:colId xmlns:a16="http://schemas.microsoft.com/office/drawing/2014/main" val="3909160469"/>
                    </a:ext>
                  </a:extLst>
                </a:gridCol>
                <a:gridCol w="5448461">
                  <a:extLst>
                    <a:ext uri="{9D8B030D-6E8A-4147-A177-3AD203B41FA5}">
                      <a16:colId xmlns:a16="http://schemas.microsoft.com/office/drawing/2014/main" val="1940948302"/>
                    </a:ext>
                  </a:extLst>
                </a:gridCol>
              </a:tblGrid>
              <a:tr h="740780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/>
                        <a:t>Плохой вывод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/>
                        <a:t>Хороший вывод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70477"/>
                  </a:ext>
                </a:extLst>
              </a:tr>
              <a:tr h="1833269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ru-RU" sz="2400" i="1" dirty="0"/>
                        <a:t>Была выполнена установка ОС </a:t>
                      </a:r>
                      <a:r>
                        <a:rPr lang="en-US" sz="2400" i="1" dirty="0"/>
                        <a:t>Debian</a:t>
                      </a:r>
                      <a:endParaRPr lang="ru-RU" sz="2400" i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ru-RU" sz="2400" i="1" dirty="0"/>
                        <a:t>В процессе установки ОС </a:t>
                      </a:r>
                      <a:r>
                        <a:rPr lang="en-US" sz="2400" i="1" dirty="0"/>
                        <a:t>Debian</a:t>
                      </a:r>
                      <a:r>
                        <a:rPr lang="ru-RU" sz="2400" i="1" dirty="0"/>
                        <a:t> было выяснено, что создается два пользователя — </a:t>
                      </a:r>
                      <a:r>
                        <a:rPr lang="en-US" sz="2400" i="1" dirty="0"/>
                        <a:t>root </a:t>
                      </a:r>
                      <a:r>
                        <a:rPr lang="ru-RU" sz="2400" i="1" dirty="0"/>
                        <a:t>и обычный. Суперпользователь </a:t>
                      </a:r>
                      <a:r>
                        <a:rPr lang="en-US" sz="2400" i="1" dirty="0"/>
                        <a:t>root </a:t>
                      </a:r>
                      <a:r>
                        <a:rPr lang="ru-RU" sz="2400" i="1" dirty="0"/>
                        <a:t>нужен, когда выполняемые действия влекут за собой системные изменения.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724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833066"/>
      </p:ext>
    </p:extLst>
  </p:cSld>
  <p:clrMapOvr>
    <a:masterClrMapping/>
  </p:clrMapOvr>
</p:sld>
</file>

<file path=ppt/theme/theme1.xml><?xml version="1.0" encoding="utf-8"?>
<a:theme xmlns:a="http://schemas.openxmlformats.org/drawingml/2006/main" name="Колледж IT практик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олледж IT практика" id="{3F78F294-25D0-47DF-BBBD-FA6E606FB2A7}" vid="{77AE4007-EBB6-4BFC-A3FE-FE841F3755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Колледж IT практика</Template>
  <TotalTime>1928</TotalTime>
  <Words>592</Words>
  <Application>Microsoft Office PowerPoint</Application>
  <PresentationFormat>Широкоэкранный</PresentationFormat>
  <Paragraphs>84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Century Gothic</vt:lpstr>
      <vt:lpstr>Consolas</vt:lpstr>
      <vt:lpstr>Times New Roman</vt:lpstr>
      <vt:lpstr>Unbounded</vt:lpstr>
      <vt:lpstr>Колледж IT практика</vt:lpstr>
      <vt:lpstr>Создание снимков виртуальной машины</vt:lpstr>
      <vt:lpstr>Что делать с ВМ</vt:lpstr>
      <vt:lpstr>Что делать с ДЗ</vt:lpstr>
      <vt:lpstr>Создание снимка</vt:lpstr>
      <vt:lpstr>Снимки виртуальной машины</vt:lpstr>
      <vt:lpstr>Создание снимка ВМ</vt:lpstr>
      <vt:lpstr>Создание снимка ВМ</vt:lpstr>
      <vt:lpstr>Использование снимка</vt:lpstr>
      <vt:lpstr>Презентация PowerPoint</vt:lpstr>
      <vt:lpstr>Использование снимка</vt:lpstr>
      <vt:lpstr>Презентация PowerPoint</vt:lpstr>
      <vt:lpstr>Презентация PowerPoint</vt:lpstr>
      <vt:lpstr>Результат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Командный интерпретатор Bash (Unix)</dc:title>
  <dc:creator>Эмиль Штейнберг</dc:creator>
  <cp:lastModifiedBy>Эмиль Штейнберг</cp:lastModifiedBy>
  <cp:revision>140</cp:revision>
  <dcterms:created xsi:type="dcterms:W3CDTF">2024-09-08T09:40:38Z</dcterms:created>
  <dcterms:modified xsi:type="dcterms:W3CDTF">2026-09-03T17:50:34Z</dcterms:modified>
</cp:coreProperties>
</file>